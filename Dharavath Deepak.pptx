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82" d="100"/>
          <a:sy n="82" d="100"/>
        </p:scale>
        <p:origin x="691" y="72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aravathdeepak/amazon-laptop-sales-dashboard" TargetMode="External"/><Relationship Id="rId2" Type="http://schemas.openxmlformats.org/officeDocument/2006/relationships/hyperlink" Target="https://learn.microsoft.com/power-bi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19155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/>
              <a:t>Amazon Laptop Sales Dashboard and Data Analysis using Power BI</a:t>
            </a:r>
            <a:endParaRPr lang="en-US" sz="3600" b="1" dirty="0">
              <a:latin typeface="Aptos"/>
            </a:endParaRPr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b="1" cap="all" dirty="0" err="1"/>
              <a:t>dharavath</a:t>
            </a:r>
            <a:r>
              <a:rPr lang="en-US" sz="1600" b="1" cap="all" dirty="0"/>
              <a:t> </a:t>
            </a:r>
            <a:r>
              <a:rPr lang="en-US" sz="1600" b="1" cap="all" dirty="0" err="1"/>
              <a:t>deepak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b="1" cap="all" dirty="0" err="1"/>
              <a:t>chandigarh</a:t>
            </a:r>
            <a:r>
              <a:rPr lang="en-US" sz="1600" b="1" cap="all" dirty="0"/>
              <a:t> University 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computer science and engineering 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dharavathdeepak5@gmail.com</a:t>
            </a:r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Problem Statement 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System Development Approach 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The rapid growth of online shopping platforms like Amazon has resulted in a large amount of product data being generated daily. However, analyzing this data manually to understand </a:t>
            </a:r>
            <a:r>
              <a:rPr lang="en-US" sz="2400" b="1" dirty="0"/>
              <a:t>laptop sales trends, pricing patterns, product ratings, and brand performance</a:t>
            </a:r>
            <a:r>
              <a:rPr lang="en-US" sz="2400" dirty="0"/>
              <a:t> is difficult and time-consuming.</a:t>
            </a:r>
          </a:p>
          <a:p>
            <a:r>
              <a:rPr lang="en-US" sz="2400" dirty="0"/>
              <a:t>Without proper visualization and analytical tools, it becomes challenging for analysts or businesses to extract meaningful insights from the data.</a:t>
            </a:r>
          </a:p>
          <a:p>
            <a:r>
              <a:rPr lang="en-US" sz="2400" dirty="0"/>
              <a:t>Therefore, there is a need for a system that can </a:t>
            </a:r>
            <a:r>
              <a:rPr lang="en-US" sz="2400" b="1" dirty="0"/>
              <a:t>analyze and visualize Amazon laptop sales data efficiently</a:t>
            </a:r>
            <a:r>
              <a:rPr lang="en-US" sz="2400" dirty="0"/>
              <a:t>, enabling users to easily understand sales patterns, product popularity, and pricing trends.</a:t>
            </a:r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/>
              <a:t>The proposed system is an </a:t>
            </a:r>
            <a:r>
              <a:rPr lang="en-US" sz="2000" b="1" dirty="0"/>
              <a:t>interactive Amazon Laptop Sales Dashboard</a:t>
            </a:r>
            <a:r>
              <a:rPr lang="en-US" sz="2000" dirty="0"/>
              <a:t> developed using Power BI.</a:t>
            </a:r>
          </a:p>
          <a:p>
            <a:pPr marL="0" indent="0">
              <a:buNone/>
            </a:pPr>
            <a:r>
              <a:rPr lang="en-US" sz="2000" dirty="0"/>
              <a:t>This system collects laptop product data from Amazon and transforms it into </a:t>
            </a:r>
            <a:r>
              <a:rPr lang="en-US" sz="2000" b="1" dirty="0"/>
              <a:t>interactive visual dashboards</a:t>
            </a:r>
            <a:r>
              <a:rPr lang="en-US" sz="2000" dirty="0"/>
              <a:t> that display key insights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laptop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Brand-wise product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Laptop price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Product ratings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Stock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Sales performance of different models</a:t>
            </a:r>
          </a:p>
          <a:p>
            <a:pPr marL="0" indent="0">
              <a:buNone/>
            </a:pPr>
            <a:r>
              <a:rPr lang="en-US" sz="2000" dirty="0"/>
              <a:t>The dashboard allows users to quickly explore the data and make informed decisions based on visual insights.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1600" dirty="0"/>
              <a:t>The system is developed using the following technologies:</a:t>
            </a:r>
          </a:p>
          <a:p>
            <a:pPr marL="0" indent="0">
              <a:buNone/>
            </a:pPr>
            <a:r>
              <a:rPr lang="en-US" sz="1600" b="1" dirty="0"/>
              <a:t>Power BI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Used for data visualization and dashboard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Provides interactive charts and analytics</a:t>
            </a:r>
          </a:p>
          <a:p>
            <a:pPr marL="0" indent="0">
              <a:buNone/>
            </a:pPr>
            <a:r>
              <a:rPr lang="en-US" sz="1600" b="1" dirty="0"/>
              <a:t>CSV Dataset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Contains laptop sales and product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Used as the primary data source</a:t>
            </a:r>
          </a:p>
          <a:p>
            <a:pPr marL="0" indent="0">
              <a:buNone/>
            </a:pPr>
            <a:r>
              <a:rPr lang="en-US" sz="1600" b="1" dirty="0"/>
              <a:t>Power Query (Power BI)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Used for data cleaning and transformation</a:t>
            </a:r>
          </a:p>
          <a:p>
            <a:pPr marL="0" indent="0">
              <a:buNone/>
            </a:pPr>
            <a:r>
              <a:rPr lang="en-US" sz="1600" b="1" dirty="0"/>
              <a:t>Data Analysis Techniques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Aggregation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Comparative analysis</a:t>
            </a:r>
          </a:p>
          <a:p>
            <a:r>
              <a:rPr lang="en-US" sz="1600" dirty="0"/>
              <a:t>These technologies help convert raw data into meaningful visual insights.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1" dirty="0"/>
              <a:t>Algorithm Steps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Collect laptop dataset from Amazon.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Load dataset into Power BI.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Clean and preprocess the data using Power Query.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Transform data into structured format.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Create relationships and calculated measures.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Design visual dashboards using charts and graphs.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Analyze sales trends, ratings, and stock availability.</a:t>
            </a:r>
          </a:p>
          <a:p>
            <a:r>
              <a:rPr lang="en-US" sz="1800" b="1" dirty="0"/>
              <a:t>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dashboard is deployed using </a:t>
            </a:r>
            <a:r>
              <a:rPr lang="en-US" sz="1800" b="1" dirty="0"/>
              <a:t>Power BI Desktop</a:t>
            </a:r>
            <a:r>
              <a:rPr lang="en-US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It can also be published to </a:t>
            </a:r>
            <a:r>
              <a:rPr lang="en-US" sz="1800" b="1" dirty="0"/>
              <a:t>Power BI Service</a:t>
            </a:r>
            <a:r>
              <a:rPr lang="en-US" sz="1800" dirty="0"/>
              <a:t> for online access and sharing.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" y="1584103"/>
            <a:ext cx="10515600" cy="425196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1600" dirty="0"/>
              <a:t>The developed </a:t>
            </a:r>
            <a:r>
              <a:rPr lang="en-US" sz="1600" b="1" dirty="0"/>
              <a:t>Amazon Laptop Sales Dashboard</a:t>
            </a:r>
            <a:r>
              <a:rPr lang="en-US" sz="1600" dirty="0"/>
              <a:t> successfully visualizes laptop sales data from Amazon using Power BI. The dashboard provides a clear and interactive representation of important sales metrics and product information.</a:t>
            </a:r>
          </a:p>
          <a:p>
            <a:r>
              <a:rPr lang="en-US" sz="1600" dirty="0"/>
              <a:t>Key insights obtained from the dashboard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23 laptop brands</a:t>
            </a:r>
            <a:r>
              <a:rPr lang="en-US" sz="1600" dirty="0"/>
              <a:t> available in the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1987 product ratings</a:t>
            </a:r>
            <a:r>
              <a:rPr lang="en-US" sz="1600" dirty="0"/>
              <a:t> recorded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1676 available stock units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1987 sale product counts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1985 total sales recorded</a:t>
            </a:r>
            <a:endParaRPr lang="en-US" sz="1600" dirty="0"/>
          </a:p>
          <a:p>
            <a:r>
              <a:rPr lang="en-US" sz="1600" dirty="0"/>
              <a:t>The dashboard also provides visual analysis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Brand-wise available stock comparison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Rating distribution across different laptop brands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Price distribution by brand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Sales performance of different brands</a:t>
            </a:r>
            <a:endParaRPr lang="en-US" sz="1600" dirty="0"/>
          </a:p>
          <a:p>
            <a:r>
              <a:rPr lang="en-US" sz="1600" dirty="0"/>
              <a:t>These visualizations help users easily understand product trends, popular brands, and stock availability.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978CB-D310-8489-DBEB-E85F2BBE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609" y="2099388"/>
            <a:ext cx="5936456" cy="31745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The Amazon Laptop Sales Dashboard provides an effective way to analyze laptop sales data using interactive visualizations.</a:t>
            </a:r>
          </a:p>
          <a:p>
            <a:r>
              <a:rPr lang="en-US" sz="2000" dirty="0"/>
              <a:t>It simplifies complex datasets and allows users to quickly identify trends in </a:t>
            </a:r>
            <a:r>
              <a:rPr lang="en-US" sz="2000" b="1" dirty="0"/>
              <a:t>pricing, product popularity, brand performance, and customer ratings</a:t>
            </a:r>
            <a:r>
              <a:rPr lang="en-US" sz="2000" dirty="0"/>
              <a:t>.</a:t>
            </a:r>
          </a:p>
          <a:p>
            <a:r>
              <a:rPr lang="en-US" sz="2000" dirty="0"/>
              <a:t>This system demonstrates how data visualization tools like Power BI can transform raw data into meaningful insights for better decision-making.</a:t>
            </a:r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/>
              <a:t>The system can be further improved by adding: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Real-time Amazon data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Predictive sales analysis using 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Customer sentiment analysis from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More advanced filtering options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Integration with other e-commerce platforms</a:t>
            </a:r>
          </a:p>
          <a:p>
            <a:pPr marL="0" indent="0">
              <a:buNone/>
            </a:pPr>
            <a:r>
              <a:rPr lang="en-US" sz="2000" dirty="0"/>
              <a:t>These improvements can enhance the analytical capabilities of the system.</a:t>
            </a:r>
          </a:p>
          <a:p>
            <a:pPr marL="0" indent="0">
              <a:buNone/>
            </a:pPr>
            <a:endParaRPr lang="en-GB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nn-NO" sz="2000" dirty="0"/>
              <a:t>Microsoft Power BI Documentation</a:t>
            </a:r>
            <a:br>
              <a:rPr lang="nn-NO" sz="2000" dirty="0"/>
            </a:br>
            <a:r>
              <a:rPr lang="nn-NO" sz="2000" dirty="0">
                <a:solidFill>
                  <a:schemeClr val="tx2">
                    <a:lumMod val="50000"/>
                    <a:lumOff val="50000"/>
                  </a:schemeClr>
                </a:solidFill>
                <a:hlinkClick r:id="rId2"/>
              </a:rPr>
              <a:t>https://learn.microsoft.com/power-bi/</a:t>
            </a:r>
            <a:endParaRPr lang="en-IN" sz="2000" dirty="0">
              <a:solidFill>
                <a:schemeClr val="tx2">
                  <a:lumMod val="50000"/>
                  <a:lumOff val="50000"/>
                </a:schemeClr>
              </a:solidFill>
              <a:latin typeface="Franklin Gothic Book" panose="020B0503020102020204"/>
            </a:endParaRPr>
          </a:p>
          <a:p>
            <a:pPr>
              <a:buFont typeface="+mj-lt"/>
              <a:buAutoNum type="arabicPeriod"/>
            </a:pPr>
            <a:r>
              <a:rPr lang="en-IN" sz="2000" dirty="0"/>
              <a:t>Amazon Product Dataset Sources</a:t>
            </a:r>
          </a:p>
          <a:p>
            <a:pPr>
              <a:buFont typeface="+mj-lt"/>
              <a:buAutoNum type="arabicPeriod"/>
            </a:pPr>
            <a:r>
              <a:rPr lang="en-IN" sz="2000" dirty="0"/>
              <a:t>Data Visualization Concepts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Online resources and tutorials related to Power BI and data analytics</a:t>
            </a:r>
            <a:endParaRPr lang="en-IN" sz="2000" dirty="0"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GitHub Link: </a:t>
            </a:r>
            <a:r>
              <a:rPr lang="en-IN" sz="2200" b="1" dirty="0">
                <a:latin typeface="Franklin Gothic Book" panose="020B0503020102020204"/>
                <a:hlinkClick r:id="rId3"/>
              </a:rPr>
              <a:t>https://github.com/dharavathdeepak/amazon-laptop-sales-dashboard</a:t>
            </a:r>
            <a:endParaRPr lang="en-IN" sz="2200" b="1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670</Words>
  <Application>Microsoft Office PowerPoint</Application>
  <PresentationFormat>Widescreen</PresentationFormat>
  <Paragraphs>93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Deepak DHARAVATH</cp:lastModifiedBy>
  <cp:revision>105</cp:revision>
  <dcterms:created xsi:type="dcterms:W3CDTF">2024-05-21T11:55:00Z</dcterms:created>
  <dcterms:modified xsi:type="dcterms:W3CDTF">2026-03-15T11:15:53Z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